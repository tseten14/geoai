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GeoTraffic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friendly look at roads, signals, and “busy-ness” near any place you choose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app exists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are full of roads, lights, stops, and crossings.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Planners, students, and curious people often ask: “How complex is this area?”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tool gives a simple picture of what is on the map around a point—or along a drive.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actually get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map with a circle (area mode) or a driving path (route mode).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summary: how many signals, stops, and similar features were found.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score that suggests how “busy” the infrastructure feels—not your phone’s live traffic.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explore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around a spot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5257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center on the map (or type coordinates).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small radius (for example, a few blocks up to about one mile).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analyze to see what OpenStreetMap lists nearby.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263640" y="1234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Along a drive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257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start and end.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draws a driving path and looks at what sits near that path.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you care about a corridor, not just one point.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information comes from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pulled from OpenStreetMap—a free, community-built map of the world.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includes traffic lights, bus stops, rail stations, bridges, and road types.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read live congestion from cars or phones. Think “map facts,” not “traffic jam right now.”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app does with that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counts relevant features (for example, signals and intersections).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at road types (big roads vs. small streets).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blends those into one congestion-style score and a simple label (like Light or Moderate).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 (simple version)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also applies a simple time-of-day factor using the server clock.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Rush hours and lunch get a modest bump; late night gets a lower factor.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rough hint, not a forecast—like shading a photo, not measuring traffic.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not expect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real-time Google Maps–style traffic or accident reports.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official city planning approval—only an educational snapshot.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depend on how complete the local map is; rural areas may show fewer features.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might use this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explaining urban form or a class project.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comparing two neighborhoods in a simple, visual way.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prototyping ideas before investing in heavier data tools.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We’re happy to walk through the map and the scores in plain language.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GeoTraffic Overview</dc:title>
  <dc:subject>PptxGenJS Presentation</dc:subject>
  <dc:creator>Traffic-GeoAI</dc:creator>
  <cp:lastModifiedBy>Traffic-GeoAI</cp:lastModifiedBy>
  <cp:revision>1</cp:revision>
  <dcterms:created xsi:type="dcterms:W3CDTF">2026-04-21T05:17:39Z</dcterms:created>
  <dcterms:modified xsi:type="dcterms:W3CDTF">2026-04-21T05:17:39Z</dcterms:modified>
</cp:coreProperties>
</file>